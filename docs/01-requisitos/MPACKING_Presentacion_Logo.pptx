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MPACKING con logo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Descripción general del sistema MPACKING.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de 5 pasos del sistema MPACKING.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y Registro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y Escanear QR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Ecopesos y Mapa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Billetera y Tabla de Valores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Limpieza y Redención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general de las 10 pantallas.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presentación MPACKING.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7500A">
              <a:alpha val="40000"/>
            </a:srgbClr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200400"/>
            <a:ext cx="4572000" cy="4572000"/>
          </a:xfrm>
          <a:prstGeom prst="ellipse">
            <a:avLst/>
          </a:prstGeom>
          <a:solidFill>
            <a:srgbClr val="27500A">
              <a:alpha val="30000"/>
            </a:srgbClr>
          </a:solidFill>
          <a:ln w="12700">
            <a:solidFill>
              <a:srgbClr val="27500A"/>
            </a:solidFill>
            <a:prstDash val="solid"/>
          </a:ln>
        </p:spPr>
      </p:sp>
      <p:pic>
        <p:nvPicPr>
          <p:cNvPr id="4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502920"/>
            <a:ext cx="2560320" cy="2176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34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MPACKING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Reciclaje con Ecopesos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3840480" y="4480560"/>
            <a:ext cx="4480560" cy="27432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 iOS &amp; Android  ·  10 pantallas  ·  Ecopesos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7160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544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MPACKING?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♻️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1417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Reciclaje Inteligente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8745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usuarios escanean QR de empaques reciclables y acumulan ecopesos por cada kg entregado al reciclador.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18872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132320" y="1417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Ecopesos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32320" y="18745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recompensas digitales. 1 kg reciclado = ecopesos que se canjeán en restaurantes aliados.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749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37160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Completo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44348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Usuarios, restaurantes y recicladores conectados en una sola plataforma con mapa en tiempo real.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3749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5508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13232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 y Trazable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32320" y="44348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JWT, QR de un solo uso, validación cruzada con reciclador y pago automático vía Wompi.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7160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5448"/>
            <a:ext cx="10058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principal del usuario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22960" y="1188720"/>
            <a:ext cx="1280160" cy="1280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2148840" y="1801368"/>
            <a:ext cx="502920" cy="0"/>
          </a:xfrm>
          <a:prstGeom prst="line">
            <a:avLst/>
          </a:prstGeom>
          <a:noFill/>
          <a:ln w="31750">
            <a:solidFill>
              <a:srgbClr val="97C4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146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C459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📱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2743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crea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cuenta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08960" y="1188720"/>
            <a:ext cx="1280160" cy="1280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08960" y="1234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434840" y="1801368"/>
            <a:ext cx="502920" cy="0"/>
          </a:xfrm>
          <a:prstGeom prst="line">
            <a:avLst/>
          </a:prstGeom>
          <a:noFill/>
          <a:ln w="31750">
            <a:solidFill>
              <a:srgbClr val="97C4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C459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5176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📷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25603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QR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56032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Apunta al empaque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reciclable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94960" y="1188720"/>
            <a:ext cx="1280160" cy="1280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1234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Shape 18"/>
          <p:cNvSpPr/>
          <p:nvPr/>
        </p:nvSpPr>
        <p:spPr>
          <a:xfrm>
            <a:off x="6720840" y="1801368"/>
            <a:ext cx="502920" cy="0"/>
          </a:xfrm>
          <a:prstGeom prst="line">
            <a:avLst/>
          </a:prstGeom>
          <a:noFill/>
          <a:ln w="31750">
            <a:solidFill>
              <a:srgbClr val="97C45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866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C459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♻️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48463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Reciclador valida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4632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el material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peso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680960" y="1188720"/>
            <a:ext cx="1280160" cy="1280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0" y="1234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Shape 25"/>
          <p:cNvSpPr/>
          <p:nvPr/>
        </p:nvSpPr>
        <p:spPr>
          <a:xfrm>
            <a:off x="9006840" y="1801368"/>
            <a:ext cx="502920" cy="0"/>
          </a:xfrm>
          <a:prstGeom prst="line">
            <a:avLst/>
          </a:prstGeom>
          <a:noFill/>
          <a:ln w="31750">
            <a:solidFill>
              <a:srgbClr val="97C4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726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C459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22376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💰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71323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 ecopesos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13232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acreditan 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966960" y="1188720"/>
            <a:ext cx="1280160" cy="1280160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966960" y="12344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35" name="Text 32"/>
          <p:cNvSpPr/>
          <p:nvPr/>
        </p:nvSpPr>
        <p:spPr>
          <a:xfrm>
            <a:off x="950976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🍽️</a:t>
            </a:r>
            <a:endParaRPr lang="en-US" sz="3400" dirty="0"/>
          </a:p>
        </p:txBody>
      </p:sp>
      <p:sp>
        <p:nvSpPr>
          <p:cNvPr id="36" name="Text 33"/>
          <p:cNvSpPr/>
          <p:nvPr/>
        </p:nvSpPr>
        <p:spPr>
          <a:xfrm>
            <a:off x="94183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Redime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41832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Canjea en 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aliado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371600" y="466344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71600" y="4800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137160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840480" y="466344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840480" y="4800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43" name="Text 40"/>
          <p:cNvSpPr/>
          <p:nvPr/>
        </p:nvSpPr>
        <p:spPr>
          <a:xfrm>
            <a:off x="384048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 usuario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309360" y="466344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09360" y="4800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46" name="Text 43"/>
          <p:cNvSpPr/>
          <p:nvPr/>
        </p:nvSpPr>
        <p:spPr>
          <a:xfrm>
            <a:off x="630936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en BD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8778240" y="466344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778240" y="4800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Wompi</a:t>
            </a:r>
            <a:endParaRPr lang="en-US" sz="3000" dirty="0"/>
          </a:p>
        </p:txBody>
      </p:sp>
      <p:sp>
        <p:nvSpPr>
          <p:cNvPr id="49" name="Text 46"/>
          <p:cNvSpPr/>
          <p:nvPr/>
        </p:nvSpPr>
        <p:spPr>
          <a:xfrm>
            <a:off x="8778240" y="5532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Pasarela de pago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– Login y Registro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tmp/mockup_pngs/01_login_mpac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143000"/>
            <a:ext cx="2377440" cy="5120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43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al sistema con correo y contraseña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/tmp/mockup_pngs/02_registro_mpack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9040" y="1143000"/>
            <a:ext cx="2377440" cy="5120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5661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5661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cuenta y selección de rol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66560" y="1051560"/>
            <a:ext cx="5029200" cy="60350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016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040880" y="1188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de las pantallas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040880" y="162763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1783080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0408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479792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479792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al sistema con correo y contraseña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23760" y="257860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24928" y="2532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con JWT y refresh tokens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223760" y="2962656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24928" y="2916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Campos: correo y contraseña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223760" y="3346704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24928" y="3300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 registro y recuperación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40880" y="386791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040880" y="4032504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04088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479792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479792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cuenta y selección de rol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223760" y="4828032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424928" y="4782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rol: Usuario / Restaurante / Reciclador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223760" y="5212080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24928" y="5166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correo único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223760" y="559612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424928" y="5550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de términos y privacidad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principales – Dashboard y Escaneo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tmp/mockup_pngs/03_dashboard_mpac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143000"/>
            <a:ext cx="2377440" cy="5120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43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principal con saldo y acciones rápidas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/tmp/mockup_pngs/04_escanear_qr_mpack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9040" y="1143000"/>
            <a:ext cx="2377440" cy="5120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5661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5661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Escanear QR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 de empaque y detección de material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66560" y="1051560"/>
            <a:ext cx="5029200" cy="60350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016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040880" y="1188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de las pantallas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040880" y="162763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1783080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0408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479792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479792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principal con saldo y acciones rápidas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23760" y="257860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24928" y="2532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de ecopesos en tiempo real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223760" y="2962656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24928" y="2916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Métricas: kg reciclados y CO₂ evitado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223760" y="3346704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24928" y="3300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rápidos a las 3 funciones clave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40880" y="386791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040880" y="4032504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04088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479792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Escanear QR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479792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 de empaque y detección de material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223760" y="4828032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424928" y="4782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Visor de cámara con encuadre QR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223760" y="5212080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24928" y="5166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material y peso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223760" y="559612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424928" y="5550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Progreso de confirmación del reciclador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Recompensas y Mapa – Ecopesos y Geolocalización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tmp/mockup_pngs/05_ecopesos_mpac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143000"/>
            <a:ext cx="2377440" cy="5120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Ecopesos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43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de ecopesos ganados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/tmp/mockup_pngs/06_mapa_mpack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9040" y="1143000"/>
            <a:ext cx="2377440" cy="5120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5661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5661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Restaurantes aliados y recicladores en tiempo real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66560" y="1051560"/>
            <a:ext cx="5029200" cy="60350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016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040880" y="1188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de las pantallas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040880" y="162763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1783080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0408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479792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Ecopesos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479792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de ecopesos ganados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23760" y="257860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24928" y="2532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Círculo con ecopesos ganados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223760" y="2962656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24928" y="2916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Detalle: material, peso, CO₂, reciclador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223760" y="3346704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24928" y="3300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Botones: Ver billetera y Compartir logro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40880" y="386791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040880" y="4032504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04088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479792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479792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Restaurantes aliados y recicladores en tiempo real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223760" y="4828032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424928" y="4782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Pins: usuario, restaurante, reciclador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223760" y="5212080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24928" y="5166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del restaurante más cercano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223760" y="559612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424928" y="5550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Progreso en tiempo real del reciclador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 e Información – Billetera y Precios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tmp/mockup_pngs/07_billetera_mpac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143000"/>
            <a:ext cx="2377440" cy="5120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Billetera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43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Saldo, movimientos e impacto ambiental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/tmp/mockup_pngs/08_tabla_valores_mpack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9040" y="1143000"/>
            <a:ext cx="2377440" cy="5120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5661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5661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Valores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COP/kg por material reciclable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66560" y="1051560"/>
            <a:ext cx="5029200" cy="60350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016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040880" y="1188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de las pantallas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040880" y="162763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1783080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0408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479792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Billetera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479792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Saldo, movimientos e impacto ambiental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23760" y="257860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24928" y="2532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en ecopesos y equivalente COP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223760" y="2962656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24928" y="2916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movimientos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223760" y="3346704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24928" y="3300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impacto ambiental personal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40880" y="386791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040880" y="4032504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04088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479792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Valores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479792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Precios COP/kg por material reciclable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223760" y="4828032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424928" y="4782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categorías: Metales, Plásticos, Papel, Vidrio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223760" y="5212080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24928" y="5166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COP/kg y ecopesos por kg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223760" y="559612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424928" y="5550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Actualizado mensualmente por el admin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9728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y Pago – Guía de Limpieza y Redención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tmp/mockup_pngs/09_guia_limpieza_mpac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143000"/>
            <a:ext cx="2377440" cy="5120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Limpieza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43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y errores por tipo de material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0" y="1051560"/>
            <a:ext cx="2560320" cy="5303520"/>
          </a:xfrm>
          <a:prstGeom prst="roundRect">
            <a:avLst>
              <a:gd name="adj" fmla="val 8929"/>
            </a:avLst>
          </a:prstGeom>
          <a:solidFill>
            <a:srgbClr val="222222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/tmp/mockup_pngs/10_redencion_mpack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9040" y="1143000"/>
            <a:ext cx="2377440" cy="5120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566160" y="914400"/>
            <a:ext cx="411480" cy="411480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5661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6446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Redención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474720" y="6748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Canje de ecopesos y pago automático Wompi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66560" y="1051560"/>
            <a:ext cx="5029200" cy="60350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0160">
            <a:solidFill>
              <a:srgbClr val="C0DD9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040880" y="1188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de las pantallas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040880" y="162763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1783080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0408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479792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Limpieza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479792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y errores por tipo de material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223760" y="257860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24928" y="2532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con material y badge de ecopesos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223760" y="2962656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424928" y="2916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pasos numerados de limpieza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223760" y="3346704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24928" y="3300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 y dato curioso de CO₂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40880" y="3867912"/>
            <a:ext cx="448056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040880" y="4032504"/>
            <a:ext cx="347472" cy="347472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04088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479792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Redención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479792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Canje de ecopesos y pago automático Wompi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223760" y="4828032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424928" y="4782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disponible en ecopesos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223760" y="5212080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24928" y="5166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beneficios del restaurante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223760" y="5596128"/>
            <a:ext cx="128016" cy="128016"/>
          </a:xfrm>
          <a:prstGeom prst="ellipse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424928" y="5550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canje y botón Wompi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5720"/>
            <a:ext cx="1005840" cy="8595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137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 – 10 pantallas MPACKING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86868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1" descr="/tmp/mockup_pngs/01_login_mpac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4048" y="932688"/>
            <a:ext cx="1792224" cy="24780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Login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2624328" y="86868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2" descr="/tmp/mockup_pngs/02_registro_mpack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88336" y="932688"/>
            <a:ext cx="1792224" cy="24780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32888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Registro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4928616" y="86868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3" descr="/tmp/mockup_pngs/03_dashboard_mpackin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92624" y="932688"/>
            <a:ext cx="1792224" cy="24780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37176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Dashboard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7232904" y="86868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4" descr="/tmp/mockup_pngs/04_escanear_qr_mpacking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96912" y="932688"/>
            <a:ext cx="1792224" cy="247802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41464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Escanear QR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9537192" y="86868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5" descr="/tmp/mockup_pngs/05_ecopesos_mpacking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601200" y="932688"/>
            <a:ext cx="1792224" cy="247802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445752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Ecopesos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320040" y="393192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6" descr="/tmp/mockup_pngs/06_mapa_mpacki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84048" y="3995928"/>
            <a:ext cx="1792224" cy="247802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28600" y="6583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Mapa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2624328" y="393192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23" name="Image 7" descr="/tmp/mockup_pngs/07_billetera_mpacking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688336" y="3995928"/>
            <a:ext cx="1792224" cy="247802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2532888" y="6583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Billetera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4928616" y="393192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26" name="Image 8" descr="/tmp/mockup_pngs/08_tabla_valores_mpacking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992624" y="3995928"/>
            <a:ext cx="1792224" cy="247802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837176" y="6583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Tabla de Valores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7232904" y="393192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29" name="Image 9" descr="/tmp/mockup_pngs/09_guia_limpieza_mpacking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296912" y="3995928"/>
            <a:ext cx="1792224" cy="247802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141464" y="6583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Guía Limpieza</a:t>
            </a:r>
            <a:endParaRPr lang="en-US" sz="900" dirty="0"/>
          </a:p>
        </p:txBody>
      </p:sp>
      <p:sp>
        <p:nvSpPr>
          <p:cNvPr id="31" name="Shape 19"/>
          <p:cNvSpPr/>
          <p:nvPr/>
        </p:nvSpPr>
        <p:spPr>
          <a:xfrm>
            <a:off x="9537192" y="3931920"/>
            <a:ext cx="1920240" cy="260604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32" name="Image 10" descr="/tmp/mockup_pngs/10_redencion_mpacking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601200" y="3995928"/>
            <a:ext cx="1792224" cy="2478024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9445752" y="6583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Redención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7500A">
              <a:alpha val="35000"/>
            </a:srgbClr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828800"/>
            <a:ext cx="5486400" cy="5486400"/>
          </a:xfrm>
          <a:prstGeom prst="ellipse">
            <a:avLst/>
          </a:prstGeom>
          <a:solidFill>
            <a:srgbClr val="27500A">
              <a:alpha val="35000"/>
            </a:srgbClr>
          </a:solidFill>
          <a:ln w="12700">
            <a:solidFill>
              <a:srgbClr val="27500A"/>
            </a:solidFill>
            <a:prstDash val="solid"/>
          </a:ln>
        </p:spPr>
      </p:sp>
      <p:pic>
        <p:nvPicPr>
          <p:cNvPr id="4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457200"/>
            <a:ext cx="338328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MPACKING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431596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 · Gana ecopesos · Impacta el planeta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840480" y="4919472"/>
            <a:ext cx="4480560" cy="27432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5120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pantallas diseñadas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5120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Sistema de ecopesos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0" y="5669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Mapa en tiempo real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5669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Pago automático Wompi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MPACKING – Mockups App Móvil</dc:title>
  <dc:subject>PptxGenJS Presentation</dc:subject>
  <dc:creator>MPACKING</dc:creator>
  <cp:lastModifiedBy>MPACKING</cp:lastModifiedBy>
  <cp:revision>1</cp:revision>
  <dcterms:created xsi:type="dcterms:W3CDTF">2026-06-30T01:48:51Z</dcterms:created>
  <dcterms:modified xsi:type="dcterms:W3CDTF">2026-06-30T01:48:51Z</dcterms:modified>
</cp:coreProperties>
</file>