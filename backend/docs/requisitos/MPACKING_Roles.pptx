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Administrador: Gestión total del sistema: usuarios, reportes ambientales y alertas de fraude.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Restaurante: Panel para restaurantes aliados: gestión de beneficios, validación de redenciones y control de pagos.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Reciclador: Panel para recicladores: seguimiento de ruta GPS, confirmación de material y registro de recolecciones.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Comparativa de los 3 roles del sistema MPACKING.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27500A">
              <a:alpha val="40000"/>
            </a:srgbClr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27500A">
              <a:alpha val="30000"/>
            </a:srgbClr>
          </a:solidFill>
          <a:ln w="12700">
            <a:solidFill>
              <a:srgbClr val="27500A"/>
            </a:solidFill>
            <a:prstDash val="solid"/>
          </a:ln>
        </p:spPr>
      </p:sp>
      <p:pic>
        <p:nvPicPr>
          <p:cNvPr id="4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457200"/>
            <a:ext cx="2560320" cy="2176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MPACKING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Paneles por Rol – Administrador · Restaurante · Reciclador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 iOS &amp; Android  ·  9 pantallas adicionales  ·  3 roles de gestión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502920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560320" y="5669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20640" y="502920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🍽️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120640" y="5669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502920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5074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♻️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680960" y="5669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Reciclador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728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Panel Administrador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0" y="2011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0" y="201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mockup_pngs/adm_01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078992"/>
            <a:ext cx="2322576" cy="51572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28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global del sistema con KPIs y alertas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5468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tmp/mockup_pngs/adm_02_usuario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27832" y="1078992"/>
            <a:ext cx="2322576" cy="51572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914400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06324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Usuarios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1752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usuarios, restaurantes y recicladores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3504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/tmp/mockup_pngs/adm_03_reporte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08192" y="1078992"/>
            <a:ext cx="2322576" cy="51572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914400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807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4360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Ambientales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89788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evitado, materiales reciclados y exportación PDF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61120" y="1005840"/>
            <a:ext cx="2926080" cy="62636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AF3DE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0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098280" y="102412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601200" y="10424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440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total del sistema: usuarios, reportes ambientales y alertas de fraude.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144000" y="2788920"/>
            <a:ext cx="256032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44000" y="2871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62288" y="3291840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381744" y="325526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 KPIs en tiempo real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162288" y="3767328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81744" y="37307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automáticas de fraude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162288" y="4242816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381744" y="420624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todos los actores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162288" y="4718304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381744" y="468172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ambientales exportables en PDF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162288" y="5193792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381744" y="515721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tabla de materiales y precios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9162288" y="5669280"/>
            <a:ext cx="146304" cy="146304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381744" y="563270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del impacto ambiental global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728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 Panel Restaurante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0" y="2011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0" y="201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mockup_pngs/rest_01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078992"/>
            <a:ext cx="2322576" cy="51572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28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Rest.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recibidos, redenciones del día y acceso rápido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5468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tmp/mockup_pngs/rest_02_beneficio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27832" y="1078992"/>
            <a:ext cx="2322576" cy="51572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914400"/>
            <a:ext cx="384048" cy="38404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06324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Beneficios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1752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editar y pausar beneficios disponibles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3504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/tmp/mockup_pngs/rest_03_histori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08192" y="1078992"/>
            <a:ext cx="2322576" cy="51572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914400"/>
            <a:ext cx="384048" cy="384048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807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4360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Pagos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89788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pagos recibidos vía Wompi por redenciones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61120" y="1005840"/>
            <a:ext cx="2926080" cy="62636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0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098280" y="102412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🍽️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601200" y="10424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440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para restaurantes aliados: gestión de beneficios, validación de redenciones y control de pagos.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144000" y="2788920"/>
            <a:ext cx="256032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44000" y="2871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62288" y="3291840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381744" y="325526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automáticos vía Wompi al validar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162288" y="3767328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81744" y="37307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beneficios con costo en ecopesos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162288" y="4242816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381744" y="420624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completo de redenciones recibidas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162288" y="4718304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381744" y="468172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de código de redención del usuario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162288" y="5193792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381744" y="515721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 de popularidad de beneficios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9162288" y="5669280"/>
            <a:ext cx="146304" cy="14630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381744" y="563270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Notificación push por cada redención recibida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728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 Panel Reciclador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601200" y="2011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0" y="201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RECICLADOR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tmp/mockup_pngs/rec_01_dash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078992"/>
            <a:ext cx="2322576" cy="51572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91440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828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Ruta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GPS, próxima recolección y progreso del día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5468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/tmp/mockup_pngs/rec_02_confirma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27832" y="1078992"/>
            <a:ext cx="2322576" cy="515721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200400" y="91440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06324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Material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01752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tipo y peso del material; acredita ecopesos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35040" y="1005840"/>
            <a:ext cx="2468880" cy="5303520"/>
          </a:xfrm>
          <a:prstGeom prst="roundRect">
            <a:avLst>
              <a:gd name="adj" fmla="val 8148"/>
            </a:avLst>
          </a:prstGeom>
          <a:solidFill>
            <a:srgbClr val="111111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/tmp/mockup_pngs/rec_03_histori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08192" y="1078992"/>
            <a:ext cx="2322576" cy="51572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914400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0807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4360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Recolecciones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897880" y="669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todas las recolecciones del mes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961120" y="1005840"/>
            <a:ext cx="2926080" cy="62636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FBE9E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0" y="1005840"/>
            <a:ext cx="2926080" cy="822960"/>
          </a:xfrm>
          <a:prstGeom prst="roundRect">
            <a:avLst>
              <a:gd name="adj" fmla="val 1555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098280" y="102412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♻️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601200" y="10424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Reciclador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440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para recicladores: seguimiento de ruta GPS, confirmación de material y registro de recolecciones.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144000" y="2788920"/>
            <a:ext cx="2560320" cy="18288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44000" y="28712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62288" y="3291840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381744" y="325526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activo con actualización cada 30 seg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162288" y="3767328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81744" y="37307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recolecciones pendientes por zona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162288" y="4242816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381744" y="420624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peso y tipo de material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162288" y="4718304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381744" y="468172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 evidencia opcional por recolección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162288" y="5193792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381744" y="5157216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automático de ecopesos acreditados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9162288" y="5669280"/>
            <a:ext cx="146304" cy="14630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381744" y="5632704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mensual con totales de kg y ecopesos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pic>
        <p:nvPicPr>
          <p:cNvPr id="3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728"/>
            <a:ext cx="868680" cy="740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28016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roles – MPACKING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Administrador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719072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AF3DE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0195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0195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190195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todos los usuarios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6517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32688" y="2651760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materiales y precios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401568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40156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2688" y="3401568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alertas de fraude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151376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15137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32688" y="4151376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reportes PDF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901184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90118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32688" y="4901184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cuentas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65099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65099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B3A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2688" y="565099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total al sistema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105156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9768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Restaurante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297680" y="1719072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8EAF6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80560" y="190195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190195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64608" y="190195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QR de empaques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2651760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26517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64608" y="2651760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beneficios y costos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480560" y="3401568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0" y="340156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4864608" y="3401568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códigos de redención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480560" y="4151376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0" y="415137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864608" y="4151376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pagos automáticos (Wompi)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480560" y="4901184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0" y="490118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4864608" y="4901184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historial de pagos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480560" y="565099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0" y="565099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✓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4864608" y="565099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estadísticas propias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229600" y="105156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29600" y="1051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Reciclador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229600" y="1719072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BE9E7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1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412480" y="190195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03920" y="190195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796528" y="190195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GPS en tiempo real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412480" y="2651760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03920" y="2651760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8796528" y="2651760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recolecciones pendientes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8412480" y="3401568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503920" y="3401568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8796528" y="3401568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 material y peso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412480" y="4151376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03920" y="4151376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8796528" y="4151376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ecopesos al usuario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412480" y="4901184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503920" y="4901184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8796528" y="4901184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Adjunta foto de evidencia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8412480" y="5650992"/>
            <a:ext cx="3200400" cy="603504"/>
          </a:xfrm>
          <a:prstGeom prst="roundRect">
            <a:avLst>
              <a:gd name="adj" fmla="val 12121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503920" y="5650992"/>
            <a:ext cx="274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✓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8796528" y="5650992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su historial mensual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7500A">
              <a:alpha val="35000"/>
            </a:srgbClr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828800"/>
            <a:ext cx="5486400" cy="5486400"/>
          </a:xfrm>
          <a:prstGeom prst="ellipse">
            <a:avLst/>
          </a:prstGeom>
          <a:solidFill>
            <a:srgbClr val="27500A">
              <a:alpha val="35000"/>
            </a:srgbClr>
          </a:solidFill>
          <a:ln w="12700">
            <a:solidFill>
              <a:srgbClr val="27500A"/>
            </a:solidFill>
            <a:prstDash val="solid"/>
          </a:ln>
        </p:spPr>
      </p:sp>
      <p:pic>
        <p:nvPicPr>
          <p:cNvPr id="4" name="Image 0" descr="/tmp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65760"/>
            <a:ext cx="3383280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337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MPACKING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roles · 19 pantallas · 1 ecosistema completo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4892040"/>
            <a:ext cx="4846320" cy="27432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5074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7500A">
              <a:alpha val="70000"/>
            </a:srgbClr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C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pantallas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749040" y="5074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7500A">
              <a:alpha val="70000"/>
            </a:srgbClr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C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pantallas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9360" y="5074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7500A">
              <a:alpha val="70000"/>
            </a:srgbClr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C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pantallas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869680" y="50749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27500A">
              <a:alpha val="70000"/>
            </a:srgbClr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5166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Reciclador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69680" y="5577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C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pantallas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MPACKING – Paneles por Rol</dc:title>
  <dc:subject>PptxGenJS Presentation</dc:subject>
  <dc:creator>PptxGenJS</dc:creator>
  <cp:lastModifiedBy>PptxGenJS</cp:lastModifiedBy>
  <cp:revision>1</cp:revision>
  <dcterms:created xsi:type="dcterms:W3CDTF">2026-06-30T20:47:23Z</dcterms:created>
  <dcterms:modified xsi:type="dcterms:W3CDTF">2026-06-30T20:47:23Z</dcterms:modified>
</cp:coreProperties>
</file>